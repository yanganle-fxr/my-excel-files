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43C78"/>
                </a:solidFill>
              </a:rPr>
              <a:t>X5 Pro 量产准备评审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A5A5A"/>
                </a:solidFill>
              </a:rPr>
              <a:t>项目管理部 · 2026 年 4 月 21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82828"/>
                </a:solidFill>
              </a:rPr>
              <a:t>议程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82828"/>
                </a:solidFill>
              </a:rPr>
              <a:t>1. 试产物料齐套情况</a:t>
            </a:r>
          </a:p>
          <a:p>
            <a:pPr algn="l"/>
            <a:r>
              <a:rPr sz="2400" b="0">
                <a:solidFill>
                  <a:srgbClr val="282828"/>
                </a:solidFill>
              </a:rPr>
              <a:t>2. 来料不良分析与整改</a:t>
            </a:r>
          </a:p>
          <a:p>
            <a:pPr algn="l"/>
            <a:r>
              <a:rPr sz="2400" b="0">
                <a:solidFill>
                  <a:srgbClr val="282828"/>
                </a:solidFill>
              </a:rPr>
              <a:t>3. 量产爬坡与产能规划</a:t>
            </a:r>
          </a:p>
          <a:p>
            <a:pPr algn="l"/>
            <a:r>
              <a:rPr sz="2400" b="0">
                <a:solidFill>
                  <a:srgbClr val="282828"/>
                </a:solidFill>
              </a:rPr>
              <a:t>4. 风险与决议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82828"/>
                </a:solidFill>
              </a:rPr>
              <a:t>试产物料齐套情况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828800"/>
                <a:gridCol w="1828800"/>
                <a:gridCol w="2651760"/>
              </a:tblGrid>
              <a:tr h="658368">
                <a:tc>
                  <a:txBody>
                    <a:bodyPr/>
                    <a:lstStyle/>
                    <a:p>
                      <a:r>
                        <a:rPr sz="1600" b="1"/>
                        <a:t>物料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齐套率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缺口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措施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/>
                        <a:t>伺服电机模组 SM-3800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4/25 前补齐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/>
                        <a:t>激光雷达模组 LD-Mini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/>
                        <a:t>控制器主板 CB-X5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36 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催料+安全库存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/>
                        <a:t>锂电池包 BAT-5200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62828"/>
                </a:solidFill>
              </a:rPr>
              <a:t>决议：同意按计划启动 500 台试产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